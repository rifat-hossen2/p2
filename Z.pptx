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0EBF-61D6-27E9-6D83-43ACAF36B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856F3-773B-96B2-6523-2756A4700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014BF-2050-1455-880E-6F01B246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4F610-3A60-16BF-7A02-B27A7177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256F2-57CE-0613-D3A5-78FB9ABB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1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77FD-2A88-A028-23FF-1F946621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3D17-5FBF-8385-107E-7D3845E1A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54FA-1D7F-8C7B-A5E9-7E4FB475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09A91-EB07-FAEA-EB45-1DDB722E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D25CC-0430-7CC2-F93F-365AA07F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7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1825-4155-EB4B-6B54-1546D231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635B2-F44F-EB11-58F0-062A90939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AAED-7CC2-0D4E-BE36-312DA32C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4DE1-57E4-59CE-833F-69D36B5A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4A0E2-3AAA-E062-3CCD-13CC4788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1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004C-BBD7-DF37-116C-03F15722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0DA0F-1844-CF32-B50F-1B6908D63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DD238-64C0-4788-34D8-1B7C9940C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1532A-AD69-83D8-722C-61E70049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4C582-42DB-FD68-6988-9460AFA8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D23AB-8C14-1F98-B993-3AF4B441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EEBF-E86A-B35B-FD61-0AC33CB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48577-BB1E-6E6C-555D-2EB3BC398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D1C00-9CF8-11F2-CAF2-9E1837B45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BFBF4-0E7C-A471-F36B-25DC44382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75FB2-0B42-0E80-95E8-58273D382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03F14-8EA6-EEAC-9B7D-4842D353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B3D729-7B70-464B-48EA-9757B757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1A525-A927-E269-C654-B1F24C0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0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8388-611D-30E4-17AE-E9C251E3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1DF41-0785-194F-7D6A-FC70A3D5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47B07-0C37-BF13-AA13-3DBE355C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3B4A5-4561-8CAA-B64B-58F5A391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3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4BA8B-8A59-8A49-DA49-1D2EB300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EE385-FFAB-1C9C-0A93-8A2C1647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A377A-FBE0-91B4-61C7-8A43A7C6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2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AD4E-88AA-E48E-0610-C6215465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D3E2C-CC84-C620-B068-B91C40C8B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606E4-5662-F21B-1A3F-BFEBDA64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08043-C4A1-671B-D151-1B696C74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7F788-1F4A-97AE-E4D3-AD5E516A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37AE2-4EEA-8949-D012-E692696A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D9E9-CC6B-9F97-E259-E9510E80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52D4B-8723-2E93-778E-7BB3E850F8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F2D5F-D75E-E522-2C85-F057AB282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C2622-7762-4C5D-CA29-25504A4F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F05F-D07C-26BB-86C8-EBFAE03D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53003-FBA0-C3C7-8E94-191981C8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BF46-C9F7-EE26-2D12-E442184C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72DC0-7FEE-2123-D01F-9D2FF0614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7FC0-FCD4-5F8D-A92A-D4A5C3EC6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8CAB9-DEC6-E0C6-3C67-D2B0D197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DF25-7D8B-CDFC-A85B-C2D5C023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5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EA6F1-EE75-27CC-DC10-CF68C3DE3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91361-1816-36C0-5D7B-899E866B0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D41B-CA52-CB94-2414-C0047C04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CAF97-4474-9070-A9E6-FB90BC14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3E9CE-52EF-4118-DC7F-04A69511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7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D8680-B0D2-DA2E-053D-D56FCCB6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9242D-9547-B0B0-4D19-22273BEC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B8CA3-AF1F-4C37-E563-59EE283CF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DA59A-CFB2-487E-9DD8-8251CE6DB2DA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6E587-9B57-5A28-DC74-1D47CF850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CBBC3-2A37-6E67-22A4-6DCAAC252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4ADE9-0E6E-4484-B217-2991DE3A6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8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5B7F-8C7F-CABC-86E0-46448878E6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fffff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D2B81-8069-52D2-FE58-91A346536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566DF1BD-F6AA-2422-2C91-F6231D49BB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566DF1BD-F6AA-2422-2C91-F6231D49BB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021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AB43-ECC3-AB4D-0ED0-B86DD1CE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C2D13-6299-4047-A243-C5F5D2D4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A518C-3433-E0DC-DD97-E43CE48826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deferfrvrvfrvwvcws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69818-D4DB-46D9-55AA-DF8EA0567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Git bash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52BB4-A822-A979-8E7A-CC9B8B3D21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7FCF6F7-275E-43E2-B65A-03A845072692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fffff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HOSSEN</dc:creator>
  <cp:lastModifiedBy>RIFAT HOSSEN</cp:lastModifiedBy>
  <cp:revision>3</cp:revision>
  <dcterms:created xsi:type="dcterms:W3CDTF">2026-10-13T18:36:50Z</dcterms:created>
  <dcterms:modified xsi:type="dcterms:W3CDTF">2026-10-13T18:47:24Z</dcterms:modified>
</cp:coreProperties>
</file>