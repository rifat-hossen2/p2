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90EBF-61D6-27E9-6D83-43ACAF36B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856F3-773B-96B2-6523-2756A4700B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014BF-2050-1455-880E-6F01B2463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24F610-3A60-16BF-7A02-B27A7177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256F2-57CE-0613-D3A5-78FB9ABBE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216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977FD-2A88-A028-23FF-1F9466215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23D17-5FBF-8385-107E-7D3845E1A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F54FA-1D7F-8C7B-A5E9-7E4FB475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09A91-EB07-FAEA-EB45-1DDB722EE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D25CC-0430-7CC2-F93F-365AA07FA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47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1825-4155-EB4B-6B54-1546D2311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7635B2-F44F-EB11-58F0-062A90939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AAAED-7CC2-0D4E-BE36-312DA32C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04DE1-57E4-59CE-833F-69D36B5A3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4A0E2-3AAA-E062-3CCD-13CC4788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18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A004C-BBD7-DF37-116C-03F157227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0DA0F-1844-CF32-B50F-1B6908D63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6DD238-64C0-4788-34D8-1B7C9940C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1532A-AD69-83D8-722C-61E700497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A4C582-42DB-FD68-6988-9460AFA85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7D23AB-8C14-1F98-B993-3AF4B4413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237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0EEBF-E86A-B35B-FD61-0AC33CBF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A48577-BB1E-6E6C-555D-2EB3BC398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D1C00-9CF8-11F2-CAF2-9E1837B45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BFBF4-0E7C-A471-F36B-25DC443820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75FB2-0B42-0E80-95E8-58273D3824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403F14-8EA6-EEAC-9B7D-4842D353F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B3D729-7B70-464B-48EA-9757B757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1A525-A927-E269-C654-B1F24C0E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002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58388-611D-30E4-17AE-E9C251E3F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E1DF41-0785-194F-7D6A-FC70A3D5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947B07-0C37-BF13-AA13-3DBE355C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43B4A5-4561-8CAA-B64B-58F5A391E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830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64BA8B-8A59-8A49-DA49-1D2EB3008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6EE385-FFAB-1C9C-0A93-8A2C1647B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A377A-FBE0-91B4-61C7-8A43A7C62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924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5AD4E-88AA-E48E-0610-C6215465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D3E2C-CC84-C620-B068-B91C40C8B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606E4-5662-F21B-1A3F-BFEBDA6425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908043-C4A1-671B-D151-1B696C74C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E7F788-1F4A-97AE-E4D3-AD5E516A5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37AE2-4EEA-8949-D012-E692696A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07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0D9E9-CC6B-9F97-E259-E9510E80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E52D4B-8723-2E93-778E-7BB3E850F8E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6F2D5F-D75E-E522-2C85-F057AB282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C2622-7762-4C5D-CA29-25504A4FA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AF05F-D07C-26BB-86C8-EBFAE03D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53003-FBA0-C3C7-8E94-191981C85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29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3BF46-C9F7-EE26-2D12-E442184C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372DC0-7FEE-2123-D01F-9D2FF06141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37FC0-FCD4-5F8D-A92A-D4A5C3EC6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08CAB9-DEC6-E0C6-3C67-D2B0D1975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2DF25-7D8B-CDFC-A85B-C2D5C023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59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2EA6F1-EE75-27CC-DC10-CF68C3DE39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91361-1816-36C0-5D7B-899E866B0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1D41B-CA52-CB94-2414-C0047C04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CAF97-4474-9070-A9E6-FB90BC145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3E9CE-52EF-4118-DC7F-04A69511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873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1D8680-B0D2-DA2E-053D-D56FCCB6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9242D-9547-B0B0-4D19-22273BEC7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B8CA3-AF1F-4C37-E563-59EE283CFA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6E587-9B57-5A28-DC74-1D47CF8500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CBBC3-2A37-6E67-22A4-6DCAAC2528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78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75B7F-8C7F-CABC-86E0-46448878E6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fffff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3D2B81-8069-52D2-FE58-91A3465362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0219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fffff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RIFAT HOSSEN</dc:creator>
  <cp:lastModifiedBy>RIFAT HOSSEN</cp:lastModifiedBy>
  <cp:revision>1</cp:revision>
  <dcterms:created xsi:type="dcterms:W3CDTF">2026-10-13T18:36:50Z</dcterms:created>
  <dcterms:modified xsi:type="dcterms:W3CDTF">2026-10-13T18:37:01Z</dcterms:modified>
</cp:coreProperties>
</file>